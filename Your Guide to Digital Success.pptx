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1841" y="911222"/>
            <a:ext cx="6993974" cy="8542258"/>
          </a:xfrm>
          <a:custGeom>
            <a:avLst/>
            <a:gdLst/>
            <a:ahLst/>
            <a:cxnLst/>
            <a:rect r="r" b="b" t="t" l="l"/>
            <a:pathLst>
              <a:path h="8542258" w="6993974">
                <a:moveTo>
                  <a:pt x="0" y="0"/>
                </a:moveTo>
                <a:lnTo>
                  <a:pt x="6993974" y="0"/>
                </a:lnTo>
                <a:lnTo>
                  <a:pt x="6993974" y="8542258"/>
                </a:lnTo>
                <a:lnTo>
                  <a:pt x="0" y="8542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20542" y="5994304"/>
            <a:ext cx="6949995" cy="330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49"/>
              </a:lnSpc>
            </a:pPr>
            <a:r>
              <a:rPr lang="en-US" b="true" sz="9268">
                <a:solidFill>
                  <a:srgbClr val="2D3E54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Literacy Essentials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20542" y="3436867"/>
            <a:ext cx="4263144" cy="115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0"/>
              </a:lnSpc>
            </a:pPr>
            <a:r>
              <a:rPr lang="en-US" sz="1789">
                <a:solidFill>
                  <a:srgbClr val="2D3E54"/>
                </a:solidFill>
                <a:latin typeface="Poppins"/>
                <a:ea typeface="Poppins"/>
                <a:cs typeface="Poppins"/>
                <a:sym typeface="Poppins"/>
              </a:rPr>
              <a:t>Digital literacy is the ability to find, evaluate, and effectively use digital information. It empowers students to navigate the online world confidently.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20542" y="4901606"/>
            <a:ext cx="7368727" cy="67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3"/>
              </a:lnSpc>
            </a:pPr>
            <a:r>
              <a:rPr lang="en-US" sz="1369">
                <a:solidFill>
                  <a:srgbClr val="2D3E54"/>
                </a:solidFill>
                <a:latin typeface="Poppins"/>
                <a:ea typeface="Poppins"/>
                <a:cs typeface="Poppins"/>
                <a:sym typeface="Poppins"/>
              </a:rPr>
              <a:t>Useful Tools for Students: Google Docs for collaborative writing, Notion for organizing notes and projects, Canva for creating visual presentations, and Grammarly for improving writing quality. These tools enhance productivity and creativity in learning.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20542" y="1000125"/>
            <a:ext cx="1183531" cy="67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3"/>
              </a:lnSpc>
            </a:pPr>
            <a:r>
              <a:rPr lang="en-US" sz="1369">
                <a:solidFill>
                  <a:srgbClr val="2D3E54"/>
                </a:solidFill>
                <a:latin typeface="Poppins"/>
                <a:ea typeface="Poppins"/>
                <a:cs typeface="Poppins"/>
                <a:sym typeface="Poppins"/>
              </a:rPr>
              <a:t>Your Guide to Digital Success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20883" y="1000125"/>
            <a:ext cx="2438417" cy="22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3"/>
              </a:lnSpc>
            </a:pPr>
            <a:r>
              <a:rPr lang="en-US" sz="1369">
                <a:solidFill>
                  <a:srgbClr val="2D3E54"/>
                </a:solidFill>
                <a:latin typeface="Poppins"/>
                <a:ea typeface="Poppins"/>
                <a:cs typeface="Poppins"/>
                <a:sym typeface="Poppins"/>
              </a:rPr>
              <a:t>Safe Internet Practices: Create strong, unique passwords for each account. Always verify sources before sharing information. Protect personal details and think before clicking links. Report suspicious activity to trusted adults.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DAHFhqX0AWg</dc:identifier>
  <dcterms:modified xsi:type="dcterms:W3CDTF">2011-08-01T06:04:30Z</dcterms:modified>
  <cp:revision>1</cp:revision>
  <dc:title>Your Guide to Digital Success</dc:title>
</cp:coreProperties>
</file>